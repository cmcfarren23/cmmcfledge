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9" r:id="rId8"/>
    <p:sldId id="270" r:id="rId9"/>
  </p:sldIdLst>
  <p:sldSz cx="9144000" cy="5143500" type="screen16x9"/>
  <p:notesSz cx="6858000" cy="9144000"/>
  <p:embeddedFontLst>
    <p:embeddedFont>
      <p:font typeface="Average" panose="020B0604020202020204" charset="0"/>
      <p:regular r:id="rId11"/>
    </p:embeddedFont>
    <p:embeddedFont>
      <p:font typeface="Oswald" panose="00000500000000000000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611bc7d9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611bc7d9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bdfd32189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bdfd32189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611bc7d9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611bc7d9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c4f1fcb9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c4f1fcb9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c4f1fcb9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c4f1fcb9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611bc7d9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611bc7d9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611bc7d9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611bc7d9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2" name="Google Shape;12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" name="Google Shape;42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rgbClr val="79009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ChatGPT Image Oct 11, 2025, 07_07_33 PM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0" y="4421450"/>
            <a:ext cx="722051" cy="7220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CMMC Fledge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Manager: Connor McFarren</a:t>
            </a:r>
            <a:endParaRPr/>
          </a:p>
        </p:txBody>
      </p:sp>
      <p:pic>
        <p:nvPicPr>
          <p:cNvPr id="62" name="Google Shape;62;p13" title="ChatGPT Image Oct 11, 2025, 07_07_3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4074" y="-141575"/>
            <a:ext cx="2335875" cy="233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Background Information on CMMC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What is the CMMC Fledge System?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Progress so far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Local working Environment Established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Basic Assessment added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Basic Report added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AWS Account/EC2 Created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Website Walkthrough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Code Walkthrough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Next Steps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CMMC? </a:t>
            </a:r>
            <a:endParaRPr sz="15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The Cybersecurity Maturity Model Certification (CMMC) is a DoD compliance framework. It utilizes the 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NIST 800-171 rev 2 </a:t>
            </a: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standard.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is CMMC important?</a:t>
            </a:r>
            <a:endParaRPr sz="15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Starting this year and until 2028 CMMC is being rolled out as an mandatory requirement for organizations to contract with the DoD and other parties.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DoD contracts are lucrative and critical to many businesses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organizations start the CMMC process?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Many organizations reach out to companies that offer pre-assessment engagements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■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These are expensive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Some organizations try to start process themselves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■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This is time consuming and very convoluted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CMMC Fledge?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The CMMC Fledge System will try to fix the gap within the market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The CMMC Fledge System will allow organizations to take a quick assessment to see where they stand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At the end of the assessment the CMMC Fledge will provide next steps and show potential gaps in the organizations current system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Progress from last milestone</a:t>
            </a:r>
            <a:endParaRPr dirty="0"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XAMPP environment created</a:t>
            </a:r>
            <a:endParaRPr sz="22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Drafted website and base assessment questions created</a:t>
            </a: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endParaRPr lang="en-US"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Draft report generated based on assessment</a:t>
            </a:r>
            <a:endParaRPr sz="22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AWS Account created, and EC2 provisioned</a:t>
            </a:r>
            <a:endParaRPr sz="2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Switching To Walkthrough of CMMCFledge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Finishing Implementation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Test routes/and clarity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 dirty="0">
                <a:solidFill>
                  <a:schemeClr val="dk1"/>
                </a:solidFill>
              </a:rPr>
              <a:t>Build AWS RDS</a:t>
            </a:r>
            <a:endParaRPr sz="2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252</Words>
  <Application>Microsoft Office PowerPoint</Application>
  <PresentationFormat>On-screen Show (16:9)</PresentationFormat>
  <Paragraphs>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Oswald</vt:lpstr>
      <vt:lpstr>Average</vt:lpstr>
      <vt:lpstr>Times New Roman</vt:lpstr>
      <vt:lpstr>Slate</vt:lpstr>
      <vt:lpstr>The CMMC Fledge System</vt:lpstr>
      <vt:lpstr>Topics</vt:lpstr>
      <vt:lpstr>Background</vt:lpstr>
      <vt:lpstr>What is CMMC Fledge?</vt:lpstr>
      <vt:lpstr>Progress from last milestone</vt:lpstr>
      <vt:lpstr>Switching To Walkthrough of CMMCFledge</vt:lpstr>
      <vt:lpstr>What’s Next?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Connor McFarren</cp:lastModifiedBy>
  <cp:revision>16</cp:revision>
  <dcterms:modified xsi:type="dcterms:W3CDTF">2025-11-04T17:07:02Z</dcterms:modified>
</cp:coreProperties>
</file>